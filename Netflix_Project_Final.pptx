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7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Movies &amp; TV Shows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 using Python, Pandas &amp; Matplotlib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920240" cy="128016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920240" cy="128016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1920240" cy="128016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6,126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200400"/>
            <a:ext cx="1920240" cy="128016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4944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2,664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4944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6">
            <a:extLst>
              <a:ext uri="{FF2B5EF4-FFF2-40B4-BE49-F238E27FC236}">
                <a16:creationId xmlns:a16="http://schemas.microsoft.com/office/drawing/2014/main" id="{CC9A2514-E656-C055-5FFC-61DA55246D85}"/>
              </a:ext>
            </a:extLst>
          </p:cNvPr>
          <p:cNvSpPr/>
          <p:nvPr/>
        </p:nvSpPr>
        <p:spPr>
          <a:xfrm>
            <a:off x="396156" y="1934654"/>
            <a:ext cx="8437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93335E46-C7A6-0FE6-881A-6AC5E41B8324}"/>
              </a:ext>
            </a:extLst>
          </p:cNvPr>
          <p:cNvSpPr/>
          <p:nvPr/>
        </p:nvSpPr>
        <p:spPr>
          <a:xfrm>
            <a:off x="396167" y="2625026"/>
            <a:ext cx="8437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19B3EA17-7595-2554-1332-FA85D7BDD30F}"/>
              </a:ext>
            </a:extLst>
          </p:cNvPr>
          <p:cNvSpPr/>
          <p:nvPr/>
        </p:nvSpPr>
        <p:spPr>
          <a:xfrm>
            <a:off x="396933" y="1261174"/>
            <a:ext cx="8437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2153B4F2-1A0D-6A05-00DB-CAC7173521DD}"/>
              </a:ext>
            </a:extLst>
          </p:cNvPr>
          <p:cNvSpPr/>
          <p:nvPr/>
        </p:nvSpPr>
        <p:spPr>
          <a:xfrm>
            <a:off x="398801" y="3313305"/>
            <a:ext cx="8437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Dataset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96167" y="4003677"/>
            <a:ext cx="8437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6156" y="850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Info: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912" y="1252728"/>
            <a:ext cx="4023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6072" y="1325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64792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netflix_movie_tvshow.csv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1938528"/>
            <a:ext cx="4023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6072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64792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2624328"/>
            <a:ext cx="4023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76072" y="2697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64792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8,807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3310128"/>
            <a:ext cx="4023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76072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64792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" y="3995928"/>
            <a:ext cx="4023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76072" y="4069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command: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64792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pd.read_csv('netflix_movie_tvshow.csv')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Data Exploration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914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8807 rows × 12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51790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show_id, type, title, director, cast, country, date_added, release_year, rating, duration, listed_in,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12140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release_year → int64, rest → object (string)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7249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 columns, mixed dtypes, shows memory usage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df.head(10)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32841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10 rows of the dataset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df.tail(10)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Last 10 rows of the dataset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43984"/>
            <a:ext cx="841248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4443984"/>
            <a:ext cx="73152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4535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53542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Statistical summary of release_year column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— Data Cleaning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Found: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07008"/>
          <a:ext cx="365760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Cleaned: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207008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0" y="1207008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736592" y="12435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fillna('Unknown')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6592" y="1481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- can't guess name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828800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0" y="1828800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36592" y="18653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fillna('Not Available')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36592" y="2103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- can't guess cast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2450592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572000" y="2450592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36592" y="2487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fillna('Not Specified')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36592" y="27249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- can't guess origin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3072384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572000" y="3072384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736592" y="31089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dropna(['rating'])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3346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rows - safe to drop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0" y="3694176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72000" y="3694176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36592" y="37307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dropna(['duration'])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36592" y="39684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rows - safe to drop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4315968"/>
            <a:ext cx="4206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572000" y="4315968"/>
            <a:ext cx="73152" cy="5303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736592" y="4352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dropna(['date_added'])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45902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rows - safe to drop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1 — Top 10 Countries by Content Count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4343400"/>
            <a:ext cx="73152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has the highest count with 2,809 titles. Egypt has the lowest with 106 titles only.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2 — Movies vs TV Shows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77240"/>
            <a:ext cx="50292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097280"/>
            <a:ext cx="23774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6,126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(69.7%)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2651760"/>
            <a:ext cx="23774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2,664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(30.3%)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4320" y="4343400"/>
            <a:ext cx="73152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has significantly more Movies (6,126) than TV Shows (2,664). Movies make up ~70% of total content.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3 — Distribution of Release Years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4343400"/>
            <a:ext cx="73152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content on Netflix is from recent years. Very little content is available from old years like 1940 or 1960.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4 — Top 3 Content Ratings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77240"/>
            <a:ext cx="47548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05840"/>
            <a:ext cx="27432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035040" y="1005840"/>
            <a:ext cx="73152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99632" y="1078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TV-MA — 51.5%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99632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audiences (18+)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2011680"/>
            <a:ext cx="27432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035040" y="2011680"/>
            <a:ext cx="73152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9632" y="20848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TV-14 — 34.7%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99632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14 and above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017520"/>
            <a:ext cx="27432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035040" y="3017520"/>
            <a:ext cx="73152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199632" y="3090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TV-PG — 13.8%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99632" y="3456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guidance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74320" y="4343400"/>
            <a:ext cx="73152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most common rating with over 50% of content. Netflix mostly has content made for adults.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Content Type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has 6,126 Movies vs 2,664 TV Shows — Movies make up ~70%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9204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Top Country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dominates with 2,809 titles. India is 2nd with 972 titles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🔞  Top Rating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covers 51.5% — Netflix is primarily for adult audiences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2359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Recent Content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titles are from after 2015 — Netflix prefers modern content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 Data Cleaning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2,634 director values filled with 'Unknown'. 17 rows dropped safely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🐼  Tools Used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Matplotlib, Seaborn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Movies &amp; TV Shows — Pandas Data Analysis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Pandas | NumPy | Matplotlib | Seaborn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netflix_movie_tvshow.csv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Cybrom Technology, Bhopal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570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Data Analysis Project</dc:title>
  <dc:subject>PptxGenJS Presentation</dc:subject>
  <dc:creator>PptxGenJS</dc:creator>
  <cp:lastModifiedBy>Rumman Siddiqui</cp:lastModifiedBy>
  <cp:revision>2</cp:revision>
  <dcterms:created xsi:type="dcterms:W3CDTF">2026-04-24T10:45:11Z</dcterms:created>
  <dcterms:modified xsi:type="dcterms:W3CDTF">2026-04-24T13:08:18Z</dcterms:modified>
</cp:coreProperties>
</file>